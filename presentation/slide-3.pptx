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8760A-A369-499F-ABB5-508797941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19F2B4-70BB-4472-80F7-61685740F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08E4E-617E-4C59-A9DF-8FE310B22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EE4A-1A96-411F-8576-0E54430396E3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02A4-7249-4EEE-A041-BD651A4A5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6C08D-70DD-4D86-80EC-C7CF84DAF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6F26-3C50-4C7A-BE13-2041B16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37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A3EC5-0750-4F2A-8824-2498A98D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75C6B-38A5-42AD-8839-BA3DFF0D0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AAB52-CD3C-40C9-8FD0-2744100F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EE4A-1A96-411F-8576-0E54430396E3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E9F86-CE31-46D5-9ADC-37F09B1A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21FB5-240E-4073-9665-068973D1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6F26-3C50-4C7A-BE13-2041B16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2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83F07-220F-40D9-9945-C47437D77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35EA3-A2A6-4168-93C0-EE73E2E11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12303-BF5C-42C6-839B-2DC368181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EE4A-1A96-411F-8576-0E54430396E3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B684C-6353-4CC3-8F2A-774CD24B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D4C2B-76A6-4D07-8A72-AF9B7708B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6F26-3C50-4C7A-BE13-2041B16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94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6415D-BBD0-48B8-BBE0-A17C3D60E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8861B-2C3E-4F5D-B693-082D835351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95BE5-5D3A-4E20-8ACE-77DCC287F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18DE9-70B6-4EC1-98B3-BCBA7FE7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EE4A-1A96-411F-8576-0E54430396E3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B1194-AD1C-49A8-BD1F-1FAFDC236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07A17-59BC-4425-8B98-1667BC3A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6F26-3C50-4C7A-BE13-2041B16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439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133AA-84A3-4B34-8CFA-418C371D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4DCF4-6A9C-4578-B88F-2005D6C1F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29367-5A83-4782-9EED-2293A6629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134CD-9740-497B-A9D4-FE577C108A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9B8481-C891-47F0-ADDD-080FDC75F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30D740-3BF7-4483-8BEE-7A820052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EE4A-1A96-411F-8576-0E54430396E3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A5F8A2-2A73-48FB-9487-83D67511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47F71-50B4-4956-BC4B-DBD0FC8C9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6F26-3C50-4C7A-BE13-2041B16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789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094B5-830D-4795-BA5C-6579376B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4D73C9-EC64-438A-A29E-8ECB19DCD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EE4A-1A96-411F-8576-0E54430396E3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9F7423-24C8-40A0-BE4E-A8BB1FF2A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45A82A-C7D6-478A-B638-6B7B8CA6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6F26-3C50-4C7A-BE13-2041B16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248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65B3DE-483B-4D7B-A956-E28360C50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EE4A-1A96-411F-8576-0E54430396E3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6DDF60-3F7A-47E5-B014-5F1E4E703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281F9-26EA-45FE-B35A-1C90CA123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6F26-3C50-4C7A-BE13-2041B16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942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B5B3F-6084-4C3E-B173-2D5795321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5A5AD-C35E-43DF-B0C2-8B978CA03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F92820-B939-4954-B7AA-F415DBD06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52AB8-2FA3-415B-A636-000EB81CD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EE4A-1A96-411F-8576-0E54430396E3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31EF0-4F7B-4603-A13F-5B02881D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10005-69D9-4E5C-8E17-DC165E1B0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6F26-3C50-4C7A-BE13-2041B16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398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5B057-F7E8-4D40-B9B7-E3590CD4E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1574D-4CE7-4938-B5D0-0B3F580B3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4065B-FB95-40DA-A454-DDA40DA0B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6331E-18AC-410B-A92C-CD962A76B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EE4A-1A96-411F-8576-0E54430396E3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6FC47-2017-4E25-B816-77A6B5974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585EC7-6E51-48B8-AA16-ED82A0C7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6F26-3C50-4C7A-BE13-2041B16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043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C1DAB-9823-421B-BD8D-797A33A1E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D0D9A-6C14-48BD-8120-C4EDFCA45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884BE-785B-49A9-A383-13D3F0CE2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EE4A-1A96-411F-8576-0E54430396E3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EC932-D50B-4A0D-A8C5-92DCF9CEB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4A2F-BD25-4058-A881-780E42E9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6F26-3C50-4C7A-BE13-2041B16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3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BAB6C8-702A-44C5-8861-B74225C097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3A619-26F8-4582-83F1-F7ADD90AA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ADE89-C9D4-48DF-A8CF-1D76498CE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EE4A-1A96-411F-8576-0E54430396E3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60669-8104-4FA5-953B-E36A5F4D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76D34-F8D2-4617-A2BE-2F5F86E45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6F26-3C50-4C7A-BE13-2041B16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018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5ACA9-590B-4A97-B530-CDE27703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69FEB-A356-4EC0-B962-C4941680B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E65F3-9882-4AC4-8E86-B12386F8C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8EE4A-1A96-411F-8576-0E54430396E3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29745-B2BC-449C-B791-9EBFB2FF8B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54816-7D2A-4890-AE8D-B832A41F1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96F26-3C50-4C7A-BE13-2041B1647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50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899A0-EC65-4698-B7EA-9058FD5A7D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8641976" cy="60978"/>
          </a:xfrm>
        </p:spPr>
        <p:txBody>
          <a:bodyPr>
            <a:normAutofit fontScale="90000"/>
          </a:bodyPr>
          <a:lstStyle/>
          <a:p>
            <a:r>
              <a:rPr lang="en-IN" dirty="0"/>
              <a:t>Demo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4BD97-F8D2-4D2D-B0F7-E2E9A8484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44318"/>
            <a:ext cx="9144000" cy="4013482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IN" dirty="0"/>
              <a:t>User Login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dirty="0"/>
              <a:t>Dashboard Displays Risk KPIs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Risk Data Retrieved from Backend API</a:t>
            </a:r>
            <a:endParaRPr lang="en-IN" dirty="0"/>
          </a:p>
          <a:p>
            <a:pPr marL="457200" indent="-457200" algn="just">
              <a:buFont typeface="+mj-lt"/>
              <a:buAutoNum type="arabicPeriod"/>
            </a:pPr>
            <a:r>
              <a:rPr lang="en-IN" dirty="0"/>
              <a:t>Analytics Page Shows Charts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Responsive UI for Mobile and Desktop</a:t>
            </a:r>
          </a:p>
          <a:p>
            <a:pPr marL="457200" indent="-457200" algn="just">
              <a:buFont typeface="+mj-lt"/>
              <a:buAutoNum type="arabicPeriod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9027CA-7607-4C84-87D3-76BD1BBDD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247" y="3608474"/>
            <a:ext cx="7651377" cy="308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79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Demo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 Flow</dc:title>
  <dc:creator>Dhanu Ramesh</dc:creator>
  <cp:lastModifiedBy>Dhanu Ramesh</cp:lastModifiedBy>
  <cp:revision>1</cp:revision>
  <dcterms:created xsi:type="dcterms:W3CDTF">2026-05-10T20:50:53Z</dcterms:created>
  <dcterms:modified xsi:type="dcterms:W3CDTF">2026-05-10T20:51:36Z</dcterms:modified>
</cp:coreProperties>
</file>
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B8A1-1B73-4DA9-8293-AA7B246BD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01B49-AF4A-4B44-93B9-B2EB0A8F5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F2D5B-5A13-483D-BDEA-7456992B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CC160-1483-4168-961A-E2AFA3D5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E46F1-5E51-4141-ACBB-763EAD94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71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BC4A-F59E-46C2-A8B3-8A58186F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93A1C-3C65-43D1-B7AC-ACDC98077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32937-DF4F-4036-B11E-65162B8F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C7A2F-8F5A-4868-A1E9-EAD67AB5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85481-A21F-4769-A628-E17D3DF5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74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C31F-9108-436C-B9C4-49971DCE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19BB0-5C4A-4921-B59B-A2EDB0385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C28BE-EEB1-47E7-A842-3D70A74E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D5852-07C7-4A8B-9D93-17284737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D3162-5D51-4590-93DB-04593015C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8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907D-0B84-4508-85C0-F6092432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EB51-B1A8-48F9-9A5A-6D9B16F41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739A7-035B-4058-9566-674EB2198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05E49-C901-4BEF-925D-853BECAC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49348-4C82-4390-8630-C7DFBBE7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4A755-5CE0-4F9F-B450-55DA0BDA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1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BD0AB-F493-4DAE-89C8-A7ABF611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E79CE-4465-422D-AF67-662EBEA1D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EDC8A-7B8C-4992-9453-D5F8DD880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4C81C-28FE-440D-919F-CEFDEEFD4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7D659-54FE-4657-A8CE-A259E877C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5E5DA-7EF6-4AEB-8FA7-9DE07A63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CD0AA-0DA2-4685-8219-11EF8C7B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CDE8A-1766-4CE6-9B7B-1891ED41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26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530F-3C79-4D19-823C-E65C502E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050E4-1794-4FFC-BA54-FE34D14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3CDAA-7CBB-4D5F-AB1F-3E423EB8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D3A41-D225-472C-95CD-EFD6F19E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34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CD9FB-7A17-40D1-9206-B8A33679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762F8-BFA2-477A-BE8D-15198932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762E8-887B-4943-8DFC-81611875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60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B4F97-4AED-41D2-A393-9ABD7BDD9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5D16-00DD-4846-BE7B-6E3345E7A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1B2AB-F45A-444C-B1AD-6E09EADB6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A5EBD-9F3F-44E3-B6D2-C4FD4C40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C3CB7-A0A1-42E2-A8D6-59BFDAD08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09F11-9DF5-4EDD-88D6-E519CCDF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6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B50D6-86E1-4A95-833E-B41B67A8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6FE6C-34A9-49AE-A8C6-10CB7BA37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CBD6C-B8B1-4922-A7FA-C8F52A864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BC6D1-284A-4833-BB48-BDFFDCFD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B08F5-2769-44ED-9A56-ED52978E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BC9E7-AD57-4309-B4DB-FAC66F87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49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A8F1-6996-4F89-A271-D6BF29C7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66432-AC88-430F-B61F-50A4D36A0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D435-0D7D-4745-96D0-09031A96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6E931-0BDA-4B7E-A3CB-6E5FC1E0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F4524-592F-41B9-A725-A36F40F6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83B48-B6DE-4845-AC6E-F1A6C2948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9A980-1A3D-47AE-8992-F561A64DB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DDFD1-A2A4-4771-BD57-5A8A4740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2935-E931-40AD-85FA-D7E631FD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7DDA-64A2-47DF-BF34-54E08E20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48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562B2-36AD-4AB5-AE7D-7E7AC1CE4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3541B-9976-4A17-B6EC-66DEBA967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19C0A-09A0-4CCF-A63C-6EBCC783F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A6B32-3EDE-43CF-A7E2-5DCF0823554D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FE36D-A82F-456D-877F-3CC98CDDA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B9E18-2CC7-4A4F-A07B-E0CD12FCA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BB159-5AB2-4456-A8FA-10E61324A3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91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ACC0-DEF1-4478-BFED-AD0CBBD69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937812" cy="128213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256BD-307F-4AB4-AD53-C9643A4BE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165" y="1586753"/>
            <a:ext cx="10112188" cy="3563471"/>
          </a:xfrm>
        </p:spPr>
        <p:txBody>
          <a:bodyPr/>
          <a:lstStyle/>
          <a:p>
            <a:r>
              <a:rPr lang="en-US" dirty="0"/>
              <a:t>Organizations need a centralized platform to manage and track risks efficiently.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 Manual risk tracking is difficult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 No centralized dashboard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Limited analytics and reporting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Difficult to monitor risk status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09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Problem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Dhanu Ramesh</dc:creator>
  <cp:lastModifiedBy>Dhanu Ramesh</cp:lastModifiedBy>
  <cp:revision>2</cp:revision>
  <dcterms:created xsi:type="dcterms:W3CDTF">2026-05-10T20:22:50Z</dcterms:created>
  <dcterms:modified xsi:type="dcterms:W3CDTF">2026-05-10T20:33:55Z</dcterms:modified>
</cp:coreProperties>
</file>
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5CA75-BCB9-4462-B210-CF984E8F17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A3182C-866E-49EB-A6FB-CA4E1EF9A8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9543D-75FA-4126-AAAF-29B944CE1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CD0E-9BA6-4DDA-B5A3-FC6D456DF798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EEBB8-EC51-43CF-8E3C-A96DE3A96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5FE02-9CBC-4CBA-A80C-6D257429A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329C6-C8DC-4656-B956-665CCACF14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570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9B70C-3B67-44D6-B8A1-932A5ABD5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9AFA5-EE59-4051-BFCA-55ABE6D61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F9ECF-72E0-4D3A-9E74-35647E1C1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CD0E-9BA6-4DDA-B5A3-FC6D456DF798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A1B58-91A1-4393-8B3B-E531F6658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7A8F3-2EA9-44E0-9641-41AD0CA5F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329C6-C8DC-4656-B956-665CCACF14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367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09BDD-4953-462D-B8F5-904AEBE28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3855B-F1A5-4363-A5EB-9BBB40FBA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6FBD2-A217-4617-B4E0-6ECD262AA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CD0E-9BA6-4DDA-B5A3-FC6D456DF798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BF1AD-0ACB-4520-BE82-367A43562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14074-72E6-4FBA-932B-14F487286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329C6-C8DC-4656-B956-665CCACF14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694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6642D-C86D-4AB6-A44E-EEA92A8E9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EE388-C9F1-464F-80C8-C20BC82A3C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1D3CA2-05F3-4603-92A4-52BC4B30D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24E41D-241C-45CE-8D0E-A4CFBF2F1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CD0E-9BA6-4DDA-B5A3-FC6D456DF798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A73A5B-CB0B-4E99-968B-3696A16B3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9FF240-92CA-4725-85B2-F235902F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329C6-C8DC-4656-B956-665CCACF14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376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F4A32-B121-4EAC-9352-37982AFC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8486C-9163-42F2-B21B-4CA0321DA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155F8-FA5F-4D6D-AC78-3708EB65A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6FF1E5-29A9-4E9A-8C4E-A3D440061A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8FB3-2A85-422C-9905-ACCABD10C0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45B279-8F82-43F6-AB59-6CF4A2323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CD0E-9BA6-4DDA-B5A3-FC6D456DF798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6C2178-4353-4D0A-A6EC-9BEBF0A61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35A9DE-5D2A-41F0-B212-7E0A4566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329C6-C8DC-4656-B956-665CCACF14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284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FADB0-6C4C-4744-8776-8ECDD3052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17DA09-E91D-4801-9837-4A0224E65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CD0E-9BA6-4DDA-B5A3-FC6D456DF798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DA0DC1-90FF-47DB-90BC-B703DA7E1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F1B27B-7590-4E92-A325-B86BC0D32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329C6-C8DC-4656-B956-665CCACF14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293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585905-E869-46EA-B9D0-7AC65603F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CD0E-9BA6-4DDA-B5A3-FC6D456DF798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AB0B73-66BD-4CAC-AF52-E9C4C99A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CF9BF-014A-4E93-B3E5-ADC2A0A0B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329C6-C8DC-4656-B956-665CCACF14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995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54C8F-6E8F-48A8-B922-DCDC5864F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C4CE-BC03-474D-B496-1732FCAE7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D78C0-7D70-41FB-B03A-E951FCFFB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EAF71-D7A5-498C-9D4D-543166382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CD0E-9BA6-4DDA-B5A3-FC6D456DF798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4E9BF-09D2-44F0-805E-3C13EC1A6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04B9E-D545-4B1C-AD55-5313123B0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329C6-C8DC-4656-B956-665CCACF14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828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EF13A-C78C-41C9-885B-CA7FB2BDB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15CBB8-CD92-4520-9934-D8F347A3A5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33566E-A60D-454C-B161-57613CB2F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AF18D-97B1-491F-B2DA-35B557238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CD0E-9BA6-4DDA-B5A3-FC6D456DF798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81360-6824-4DBB-A224-916E0161D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D0D71-F150-43A5-B2AE-68B2D72AD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329C6-C8DC-4656-B956-665CCACF14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4965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0FCF3-7FE3-44BF-ACBF-0098F2E37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A8A6B-805F-441D-AF40-38197DA71E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3021F-D321-49B9-AEBA-F02C08528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CD0E-9BA6-4DDA-B5A3-FC6D456DF798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5312F-70E7-48F8-AAB4-9E3E79FA9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4AB2E-03C4-45DF-9B12-2CA53F564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329C6-C8DC-4656-B956-665CCACF14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461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27F735-F37F-4D12-AF5C-E1A5472383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FBCFAD-8258-4E63-BE1A-3B3763F39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0F70C-663A-47E4-8A06-AEB4A138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CD0E-9BA6-4DDA-B5A3-FC6D456DF798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5C3B6-C472-46C9-A374-2AF09E865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5C69B-52C4-484C-A781-E6F8743B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329C6-C8DC-4656-B956-665CCACF14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419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7D50E7-E8F0-40FA-BDAC-3587B8711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9966AF-163C-4E74-A3B9-0EBC0243F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21C29-0B94-468A-ACCF-535B2CF32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4CD0E-9BA6-4DDA-B5A3-FC6D456DF798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5BA77-5B0D-4406-A32A-F3E0BBBD4E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032F2-18E0-4C28-9333-050399640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B329C6-C8DC-4656-B956-665CCACF14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311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37B52-7A04-4D74-8853-71B3799B5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489141" cy="45719"/>
          </a:xfrm>
        </p:spPr>
        <p:txBody>
          <a:bodyPr>
            <a:normAutofit fontScale="90000"/>
          </a:bodyPr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255DE0-3B82-4EC0-8DA3-724140C74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59520"/>
            <a:ext cx="9144000" cy="3998280"/>
          </a:xfrm>
        </p:spPr>
        <p:txBody>
          <a:bodyPr>
            <a:normAutofit/>
          </a:bodyPr>
          <a:lstStyle/>
          <a:p>
            <a:r>
              <a:rPr lang="en-IN" sz="3600" dirty="0"/>
              <a:t>React Frontend</a:t>
            </a:r>
          </a:p>
          <a:p>
            <a:r>
              <a:rPr lang="en-IN" sz="3600" dirty="0"/>
              <a:t>        ↓</a:t>
            </a:r>
          </a:p>
          <a:p>
            <a:r>
              <a:rPr lang="en-IN" sz="3600" dirty="0"/>
              <a:t>Spring Boot Backend</a:t>
            </a:r>
          </a:p>
          <a:p>
            <a:r>
              <a:rPr lang="en-IN" sz="3600" dirty="0"/>
              <a:t>        ↓</a:t>
            </a:r>
          </a:p>
          <a:p>
            <a:r>
              <a:rPr lang="en-IN" sz="3600" dirty="0"/>
              <a:t>H2 / PostgreSQL Database</a:t>
            </a:r>
          </a:p>
        </p:txBody>
      </p:sp>
    </p:spTree>
    <p:extLst>
      <p:ext uri="{BB962C8B-B14F-4D97-AF65-F5344CB8AC3E}">
        <p14:creationId xmlns:p14="http://schemas.microsoft.com/office/powerpoint/2010/main" val="3302160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System Architecture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Architecture</dc:title>
  <dc:creator>Dhanu Ramesh</dc:creator>
  <cp:lastModifiedBy>Dhanu Ramesh</cp:lastModifiedBy>
  <cp:revision>1</cp:revision>
  <dcterms:created xsi:type="dcterms:W3CDTF">2026-05-10T20:40:23Z</dcterms:created>
  <dcterms:modified xsi:type="dcterms:W3CDTF">2026-05-10T20:42:15Z</dcterms:modified>
</cp:coreProperties>
</file>